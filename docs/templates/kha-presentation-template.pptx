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397" r:id="rId3"/>
    <p:sldId id="291" r:id="rId4"/>
  </p:sldIdLst>
  <p:sldSz cx="12192000" cy="6858000"/>
  <p:notesSz cx="6858000" cy="9144000"/>
  <p:embeddedFontLst>
    <p:embeddedFont>
      <p:font typeface="Pretendard" panose="02000503000000020004" pitchFamily="2" charset="-127"/>
      <p:regular r:id="rId6"/>
      <p:bold r:id="rId7"/>
    </p:embeddedFont>
    <p:embeddedFont>
      <p:font typeface="Pretendard ExtraBold" panose="02000903000000020004" pitchFamily="2" charset="-127"/>
      <p:bold r:id="rId8"/>
    </p:embeddedFont>
    <p:embeddedFont>
      <p:font typeface="Pretendard Medium" panose="02000603000000020004" pitchFamily="2" charset="-127"/>
      <p:regular r:id="rId9"/>
    </p:embeddedFont>
    <p:embeddedFont>
      <p:font typeface="Pretendard SemiBold" panose="02000703000000020004" pitchFamily="2" charset="-127"/>
      <p:regular r:id="rId10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8BB7"/>
    <a:srgbClr val="6B7DB5"/>
    <a:srgbClr val="5E71AE"/>
    <a:srgbClr val="4E619C"/>
    <a:srgbClr val="3C4A78"/>
    <a:srgbClr val="36436C"/>
    <a:srgbClr val="4F629C"/>
    <a:srgbClr val="7888B5"/>
    <a:srgbClr val="292929"/>
    <a:srgbClr val="CBD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2" autoAdjust="0"/>
    <p:restoredTop sz="92911" autoAdjust="0"/>
  </p:normalViewPr>
  <p:slideViewPr>
    <p:cSldViewPr snapToGrid="0">
      <p:cViewPr varScale="1">
        <p:scale>
          <a:sx n="110" d="100"/>
          <a:sy n="110" d="100"/>
        </p:scale>
        <p:origin x="92" y="5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096B-8DE6-4EC2-8978-3972C3F446A9}" type="datetimeFigureOut">
              <a:rPr lang="ko-KR" altLang="en-US" smtClean="0"/>
              <a:t>2024-06-25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AEBDB-41B9-401B-B37D-726ABBE76A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44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74166D54-FE10-F525-E04B-E132F22E21D6}"/>
              </a:ext>
            </a:extLst>
          </p:cNvPr>
          <p:cNvGrpSpPr/>
          <p:nvPr userDrawn="1"/>
        </p:nvGrpSpPr>
        <p:grpSpPr>
          <a:xfrm>
            <a:off x="0" y="6524625"/>
            <a:ext cx="12192000" cy="333375"/>
            <a:chOff x="0" y="6524625"/>
            <a:chExt cx="12192000" cy="33337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BE21BCF-A82B-6A73-E597-15EB15B835C8}"/>
                </a:ext>
              </a:extLst>
            </p:cNvPr>
            <p:cNvSpPr/>
            <p:nvPr/>
          </p:nvSpPr>
          <p:spPr>
            <a:xfrm>
              <a:off x="9115424" y="6524625"/>
              <a:ext cx="1247776" cy="333375"/>
            </a:xfrm>
            <a:prstGeom prst="rect">
              <a:avLst/>
            </a:prstGeom>
            <a:solidFill>
              <a:srgbClr val="60B0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E8FA614-2DA1-EA6E-C918-91488511609F}"/>
                </a:ext>
              </a:extLst>
            </p:cNvPr>
            <p:cNvSpPr/>
            <p:nvPr/>
          </p:nvSpPr>
          <p:spPr>
            <a:xfrm>
              <a:off x="10353675" y="6524625"/>
              <a:ext cx="1838325" cy="333375"/>
            </a:xfrm>
            <a:prstGeom prst="rect">
              <a:avLst/>
            </a:prstGeom>
            <a:solidFill>
              <a:srgbClr val="F6A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ED5EE53-52BB-265B-C026-B1FB63453FCB}"/>
                </a:ext>
              </a:extLst>
            </p:cNvPr>
            <p:cNvSpPr/>
            <p:nvPr/>
          </p:nvSpPr>
          <p:spPr>
            <a:xfrm>
              <a:off x="0" y="6524625"/>
              <a:ext cx="9131300" cy="333375"/>
            </a:xfrm>
            <a:prstGeom prst="rect">
              <a:avLst/>
            </a:prstGeom>
            <a:solidFill>
              <a:srgbClr val="192D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719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래픽 2">
            <a:extLst>
              <a:ext uri="{FF2B5EF4-FFF2-40B4-BE49-F238E27FC236}">
                <a16:creationId xmlns:a16="http://schemas.microsoft.com/office/drawing/2014/main" id="{31E84E99-3FC2-DF96-3031-822E9F0A9DBB}"/>
              </a:ext>
            </a:extLst>
          </p:cNvPr>
          <p:cNvSpPr/>
          <p:nvPr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FDE4B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4166D54-FE10-F525-E04B-E132F22E21D6}"/>
              </a:ext>
            </a:extLst>
          </p:cNvPr>
          <p:cNvGrpSpPr/>
          <p:nvPr userDrawn="1"/>
        </p:nvGrpSpPr>
        <p:grpSpPr>
          <a:xfrm>
            <a:off x="0" y="6524625"/>
            <a:ext cx="12192000" cy="333375"/>
            <a:chOff x="0" y="6524625"/>
            <a:chExt cx="12192000" cy="33337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BE21BCF-A82B-6A73-E597-15EB15B835C8}"/>
                </a:ext>
              </a:extLst>
            </p:cNvPr>
            <p:cNvSpPr/>
            <p:nvPr/>
          </p:nvSpPr>
          <p:spPr>
            <a:xfrm>
              <a:off x="9115424" y="6524625"/>
              <a:ext cx="1247776" cy="333375"/>
            </a:xfrm>
            <a:prstGeom prst="rect">
              <a:avLst/>
            </a:prstGeom>
            <a:solidFill>
              <a:srgbClr val="60B0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E8FA614-2DA1-EA6E-C918-91488511609F}"/>
                </a:ext>
              </a:extLst>
            </p:cNvPr>
            <p:cNvSpPr/>
            <p:nvPr/>
          </p:nvSpPr>
          <p:spPr>
            <a:xfrm>
              <a:off x="10353675" y="6524625"/>
              <a:ext cx="1838325" cy="333375"/>
            </a:xfrm>
            <a:prstGeom prst="rect">
              <a:avLst/>
            </a:prstGeom>
            <a:solidFill>
              <a:srgbClr val="F6A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ED5EE53-52BB-265B-C026-B1FB63453FCB}"/>
                </a:ext>
              </a:extLst>
            </p:cNvPr>
            <p:cNvSpPr/>
            <p:nvPr/>
          </p:nvSpPr>
          <p:spPr>
            <a:xfrm>
              <a:off x="0" y="6524625"/>
              <a:ext cx="9131300" cy="333375"/>
            </a:xfrm>
            <a:prstGeom prst="rect">
              <a:avLst/>
            </a:prstGeom>
            <a:solidFill>
              <a:srgbClr val="192D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804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68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01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8F6FB6-5AA5-E1A3-2315-6BC02440ABD1}"/>
              </a:ext>
            </a:extLst>
          </p:cNvPr>
          <p:cNvGrpSpPr/>
          <p:nvPr/>
        </p:nvGrpSpPr>
        <p:grpSpPr>
          <a:xfrm>
            <a:off x="0" y="0"/>
            <a:ext cx="12192000" cy="5626100"/>
            <a:chOff x="0" y="6524625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1BB0BC0-61A7-9FAE-A1B0-9A6A5684E468}"/>
                </a:ext>
              </a:extLst>
            </p:cNvPr>
            <p:cNvSpPr/>
            <p:nvPr/>
          </p:nvSpPr>
          <p:spPr>
            <a:xfrm>
              <a:off x="9115424" y="6524625"/>
              <a:ext cx="1247776" cy="333375"/>
            </a:xfrm>
            <a:prstGeom prst="rect">
              <a:avLst/>
            </a:prstGeom>
            <a:solidFill>
              <a:srgbClr val="60B0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E15E3C-6A43-617E-E7C2-AD3C20FEAC3E}"/>
                </a:ext>
              </a:extLst>
            </p:cNvPr>
            <p:cNvSpPr/>
            <p:nvPr/>
          </p:nvSpPr>
          <p:spPr>
            <a:xfrm>
              <a:off x="10353675" y="6524625"/>
              <a:ext cx="1838325" cy="333375"/>
            </a:xfrm>
            <a:prstGeom prst="rect">
              <a:avLst/>
            </a:prstGeom>
            <a:solidFill>
              <a:srgbClr val="F6A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8F944C8-28B5-CE23-8ED7-C0E14BD029EA}"/>
                </a:ext>
              </a:extLst>
            </p:cNvPr>
            <p:cNvSpPr/>
            <p:nvPr/>
          </p:nvSpPr>
          <p:spPr>
            <a:xfrm>
              <a:off x="0" y="6524625"/>
              <a:ext cx="9131300" cy="333375"/>
            </a:xfrm>
            <a:prstGeom prst="rect">
              <a:avLst/>
            </a:prstGeom>
            <a:solidFill>
              <a:srgbClr val="192D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래픽 6">
            <a:extLst>
              <a:ext uri="{FF2B5EF4-FFF2-40B4-BE49-F238E27FC236}">
                <a16:creationId xmlns:a16="http://schemas.microsoft.com/office/drawing/2014/main" id="{88A120DB-D818-CE2E-B64F-AEAAA406E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1560" y="5982473"/>
            <a:ext cx="2844475" cy="553092"/>
          </a:xfrm>
          <a:prstGeom prst="rect">
            <a:avLst/>
          </a:prstGeom>
        </p:spPr>
      </p:pic>
      <p:sp>
        <p:nvSpPr>
          <p:cNvPr id="13" name="Rectangle 395">
            <a:extLst>
              <a:ext uri="{FF2B5EF4-FFF2-40B4-BE49-F238E27FC236}">
                <a16:creationId xmlns:a16="http://schemas.microsoft.com/office/drawing/2014/main" id="{9CB5EA1B-653F-49D7-ADE9-014561CA8B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9683" y="2228275"/>
            <a:ext cx="3667671" cy="615553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lvl="1" latinLnBrk="0">
              <a:buClr>
                <a:srgbClr val="969696"/>
              </a:buClr>
              <a:buSzPct val="100000"/>
              <a:tabLst>
                <a:tab pos="458545" algn="l"/>
                <a:tab pos="917090" algn="l"/>
                <a:tab pos="1378484" algn="l"/>
                <a:tab pos="1837028" algn="l"/>
                <a:tab pos="2295574" algn="l"/>
                <a:tab pos="2755544" algn="l"/>
                <a:tab pos="3214089" algn="l"/>
                <a:tab pos="3674057" algn="l"/>
                <a:tab pos="4134027" algn="l"/>
                <a:tab pos="4592572" algn="l"/>
                <a:tab pos="5052541" algn="l"/>
                <a:tab pos="5971056" algn="l"/>
                <a:tab pos="6431025" algn="l"/>
                <a:tab pos="6889569" algn="l"/>
                <a:tab pos="7348115" algn="l"/>
                <a:tab pos="7808085" algn="l"/>
                <a:tab pos="8268053" algn="l"/>
                <a:tab pos="8726599" algn="l"/>
                <a:tab pos="9186569" algn="l"/>
                <a:tab pos="9645113" algn="l"/>
                <a:tab pos="10105082" algn="l"/>
                <a:tab pos="10565052" algn="l"/>
                <a:tab pos="11023597" algn="l"/>
                <a:tab pos="11483565" algn="l"/>
                <a:tab pos="11942111" algn="l"/>
                <a:tab pos="12400656" algn="l"/>
                <a:tab pos="12862049" algn="l"/>
                <a:tab pos="13320595" algn="l"/>
                <a:tab pos="13779140" algn="l"/>
                <a:tab pos="14239109" algn="l"/>
                <a:tab pos="14697655" algn="l"/>
              </a:tabLst>
              <a:defRPr/>
            </a:pPr>
            <a:r>
              <a:rPr lang="ko-KR" altLang="en-US" sz="40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제목을 넣어주세요</a:t>
            </a:r>
          </a:p>
        </p:txBody>
      </p:sp>
      <p:sp>
        <p:nvSpPr>
          <p:cNvPr id="14" name="Rectangle 395">
            <a:extLst>
              <a:ext uri="{FF2B5EF4-FFF2-40B4-BE49-F238E27FC236}">
                <a16:creationId xmlns:a16="http://schemas.microsoft.com/office/drawing/2014/main" id="{259269ED-AD17-4A09-965B-BD7B4A7D323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7433" y="3525311"/>
            <a:ext cx="1659109" cy="553998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lvl="1" latinLnBrk="0">
              <a:buClr>
                <a:srgbClr val="969696"/>
              </a:buClr>
              <a:buSzPct val="100000"/>
              <a:tabLst>
                <a:tab pos="458545" algn="l"/>
                <a:tab pos="917090" algn="l"/>
                <a:tab pos="1378484" algn="l"/>
                <a:tab pos="1837028" algn="l"/>
                <a:tab pos="2295574" algn="l"/>
                <a:tab pos="2755544" algn="l"/>
                <a:tab pos="3214089" algn="l"/>
                <a:tab pos="3674057" algn="l"/>
                <a:tab pos="4134027" algn="l"/>
                <a:tab pos="4592572" algn="l"/>
                <a:tab pos="5052541" algn="l"/>
                <a:tab pos="5971056" algn="l"/>
                <a:tab pos="6431025" algn="l"/>
                <a:tab pos="6889569" algn="l"/>
                <a:tab pos="7348115" algn="l"/>
                <a:tab pos="7808085" algn="l"/>
                <a:tab pos="8268053" algn="l"/>
                <a:tab pos="8726599" algn="l"/>
                <a:tab pos="9186569" algn="l"/>
                <a:tab pos="9645113" algn="l"/>
                <a:tab pos="10105082" algn="l"/>
                <a:tab pos="10565052" algn="l"/>
                <a:tab pos="11023597" algn="l"/>
                <a:tab pos="11483565" algn="l"/>
                <a:tab pos="11942111" algn="l"/>
                <a:tab pos="12400656" algn="l"/>
                <a:tab pos="12862049" algn="l"/>
                <a:tab pos="13320595" algn="l"/>
                <a:tab pos="13779140" algn="l"/>
                <a:tab pos="14239109" algn="l"/>
                <a:tab pos="14697655" algn="l"/>
              </a:tabLst>
              <a:defRPr/>
            </a:pPr>
            <a:r>
              <a:rPr lang="en-US" altLang="ko-KR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2024.00.00.</a:t>
            </a:r>
          </a:p>
          <a:p>
            <a:pPr marL="0" lvl="1" latinLnBrk="0">
              <a:buClr>
                <a:srgbClr val="969696"/>
              </a:buClr>
              <a:buSzPct val="100000"/>
              <a:tabLst>
                <a:tab pos="458545" algn="l"/>
                <a:tab pos="917090" algn="l"/>
                <a:tab pos="1378484" algn="l"/>
                <a:tab pos="1837028" algn="l"/>
                <a:tab pos="2295574" algn="l"/>
                <a:tab pos="2755544" algn="l"/>
                <a:tab pos="3214089" algn="l"/>
                <a:tab pos="3674057" algn="l"/>
                <a:tab pos="4134027" algn="l"/>
                <a:tab pos="4592572" algn="l"/>
                <a:tab pos="5052541" algn="l"/>
                <a:tab pos="5971056" algn="l"/>
                <a:tab pos="6431025" algn="l"/>
                <a:tab pos="6889569" algn="l"/>
                <a:tab pos="7348115" algn="l"/>
                <a:tab pos="7808085" algn="l"/>
                <a:tab pos="8268053" algn="l"/>
                <a:tab pos="8726599" algn="l"/>
                <a:tab pos="9186569" algn="l"/>
                <a:tab pos="9645113" algn="l"/>
                <a:tab pos="10105082" algn="l"/>
                <a:tab pos="10565052" algn="l"/>
                <a:tab pos="11023597" algn="l"/>
                <a:tab pos="11483565" algn="l"/>
                <a:tab pos="11942111" algn="l"/>
                <a:tab pos="12400656" algn="l"/>
                <a:tab pos="12862049" algn="l"/>
                <a:tab pos="13320595" algn="l"/>
                <a:tab pos="13779140" algn="l"/>
                <a:tab pos="14239109" algn="l"/>
                <a:tab pos="14697655" algn="l"/>
              </a:tabLst>
              <a:defRPr/>
            </a:pPr>
            <a:r>
              <a:rPr lang="ko-KR" altLang="en-US" dirty="0" err="1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ㅁㅁㅁㅁ실</a:t>
            </a:r>
            <a:r>
              <a:rPr lang="ko-KR" altLang="en-US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dirty="0" err="1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ㅁㅁ팀</a:t>
            </a:r>
            <a:endParaRPr lang="ko-KR" altLang="en-US" dirty="0">
              <a:ln>
                <a:solidFill>
                  <a:srgbClr val="60B0E3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EFE74F-24D9-4B6A-B874-556605D7C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65" y="5957091"/>
            <a:ext cx="1764897" cy="65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0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95">
            <a:extLst>
              <a:ext uri="{FF2B5EF4-FFF2-40B4-BE49-F238E27FC236}">
                <a16:creationId xmlns:a16="http://schemas.microsoft.com/office/drawing/2014/main" id="{F6A3C734-9060-4D93-8D34-4857CDBD82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1432" y="688510"/>
            <a:ext cx="2290692" cy="384721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lvl="1" latinLnBrk="0">
              <a:buClr>
                <a:srgbClr val="969696"/>
              </a:buClr>
              <a:buSzPct val="100000"/>
              <a:tabLst>
                <a:tab pos="458545" algn="l"/>
                <a:tab pos="917090" algn="l"/>
                <a:tab pos="1378484" algn="l"/>
                <a:tab pos="1837028" algn="l"/>
                <a:tab pos="2295574" algn="l"/>
                <a:tab pos="2755544" algn="l"/>
                <a:tab pos="3214089" algn="l"/>
                <a:tab pos="3674057" algn="l"/>
                <a:tab pos="4134027" algn="l"/>
                <a:tab pos="4592572" algn="l"/>
                <a:tab pos="5052541" algn="l"/>
                <a:tab pos="5971056" algn="l"/>
                <a:tab pos="6431025" algn="l"/>
                <a:tab pos="6889569" algn="l"/>
                <a:tab pos="7348115" algn="l"/>
                <a:tab pos="7808085" algn="l"/>
                <a:tab pos="8268053" algn="l"/>
                <a:tab pos="8726599" algn="l"/>
                <a:tab pos="9186569" algn="l"/>
                <a:tab pos="9645113" algn="l"/>
                <a:tab pos="10105082" algn="l"/>
                <a:tab pos="10565052" algn="l"/>
                <a:tab pos="11023597" algn="l"/>
                <a:tab pos="11483565" algn="l"/>
                <a:tab pos="11942111" algn="l"/>
                <a:tab pos="12400656" algn="l"/>
                <a:tab pos="12862049" algn="l"/>
                <a:tab pos="13320595" algn="l"/>
                <a:tab pos="13779140" algn="l"/>
                <a:tab pos="14239109" algn="l"/>
                <a:tab pos="14697655" algn="l"/>
              </a:tabLst>
              <a:defRPr/>
            </a:pPr>
            <a:r>
              <a:rPr lang="ko-KR" altLang="en-US" sz="25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192D7B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타이틀 넣어주세요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EE570-14F0-4EB7-8460-86AD38A86C02}"/>
              </a:ext>
            </a:extLst>
          </p:cNvPr>
          <p:cNvSpPr txBox="1"/>
          <p:nvPr/>
        </p:nvSpPr>
        <p:spPr>
          <a:xfrm>
            <a:off x="4338298" y="685581"/>
            <a:ext cx="6971150" cy="1735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ko-KR" altLang="en-US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192D7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중간타이틀</a:t>
            </a:r>
            <a:r>
              <a:rPr lang="ko-KR" altLang="en-US" sz="180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 </a:t>
            </a:r>
            <a:br>
              <a:rPr lang="en-US" altLang="ko-KR" dirty="0">
                <a:solidFill>
                  <a:srgbClr val="00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 </a:t>
            </a:r>
            <a:r>
              <a:rPr lang="ko-KR" altLang="en-US" sz="1400" dirty="0" err="1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</a:t>
            </a: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altLang="ko-KR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 </a:t>
            </a:r>
            <a:r>
              <a:rPr lang="ko-KR" altLang="en-US" sz="1400" dirty="0" err="1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</a:t>
            </a: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endParaRPr lang="en-US" altLang="ko-KR" sz="1400" dirty="0">
              <a:ln>
                <a:solidFill>
                  <a:srgbClr val="60B0E3">
                    <a:alpha val="0"/>
                  </a:srgbClr>
                </a:solidFill>
              </a:ln>
              <a:solidFill>
                <a:srgbClr val="231815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ko-KR" altLang="en-US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192D7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중간타이틀</a:t>
            </a:r>
            <a:br>
              <a:rPr lang="en-US" altLang="ko-KR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000000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Pretendard SemiBold" panose="02000703000000020004" pitchFamily="50" charset="-127"/>
              </a:rPr>
            </a:b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 </a:t>
            </a:r>
            <a:r>
              <a:rPr lang="ko-KR" altLang="en-US" sz="1400" dirty="0" err="1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</a:t>
            </a: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br>
              <a:rPr lang="en-US" altLang="ko-KR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14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 </a:t>
            </a:r>
            <a:r>
              <a:rPr lang="ko-KR" altLang="en-US" sz="1400" dirty="0" err="1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rgbClr val="23181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내용내용내용내용</a:t>
            </a:r>
            <a:endParaRPr lang="ko-KR" altLang="en-US" sz="1400" dirty="0">
              <a:ln>
                <a:solidFill>
                  <a:srgbClr val="60B0E3">
                    <a:alpha val="0"/>
                  </a:srgbClr>
                </a:solidFill>
              </a:ln>
              <a:solidFill>
                <a:srgbClr val="231815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551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BCA1B08-0387-C04D-6763-38A2AF59C2C8}"/>
              </a:ext>
            </a:extLst>
          </p:cNvPr>
          <p:cNvSpPr/>
          <p:nvPr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192D7B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395">
            <a:extLst>
              <a:ext uri="{FF2B5EF4-FFF2-40B4-BE49-F238E27FC236}">
                <a16:creationId xmlns:a16="http://schemas.microsoft.com/office/drawing/2014/main" id="{07EA1668-12C3-BE10-BF55-F26166D8B3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098131" y="2714156"/>
            <a:ext cx="1995739" cy="553998"/>
          </a:xfrm>
          <a:prstGeom prst="rect">
            <a:avLst/>
          </a:prstGeom>
        </p:spPr>
        <p:txBody>
          <a:bodyPr vert="horz" wrap="none" lIns="0" tIns="0" rIns="0" bIns="0" anchor="ctr">
            <a:spAutoFit/>
          </a:bodyPr>
          <a:lstStyle/>
          <a:p>
            <a:pPr marL="0" lvl="1" algn="ctr" latinLnBrk="0">
              <a:buClr>
                <a:srgbClr val="969696"/>
              </a:buClr>
              <a:buSzPct val="100000"/>
              <a:tabLst>
                <a:tab pos="458545" algn="l"/>
                <a:tab pos="917090" algn="l"/>
                <a:tab pos="1378484" algn="l"/>
                <a:tab pos="1837028" algn="l"/>
                <a:tab pos="2295574" algn="l"/>
                <a:tab pos="2755544" algn="l"/>
                <a:tab pos="3214089" algn="l"/>
                <a:tab pos="3674057" algn="l"/>
                <a:tab pos="4134027" algn="l"/>
                <a:tab pos="4592572" algn="l"/>
                <a:tab pos="5052541" algn="l"/>
                <a:tab pos="5971056" algn="l"/>
                <a:tab pos="6431025" algn="l"/>
                <a:tab pos="6889569" algn="l"/>
                <a:tab pos="7348115" algn="l"/>
                <a:tab pos="7808085" algn="l"/>
                <a:tab pos="8268053" algn="l"/>
                <a:tab pos="8726599" algn="l"/>
                <a:tab pos="9186569" algn="l"/>
                <a:tab pos="9645113" algn="l"/>
                <a:tab pos="10105082" algn="l"/>
                <a:tab pos="10565052" algn="l"/>
                <a:tab pos="11023597" algn="l"/>
                <a:tab pos="11483565" algn="l"/>
                <a:tab pos="11942111" algn="l"/>
                <a:tab pos="12400656" algn="l"/>
                <a:tab pos="12862049" algn="l"/>
                <a:tab pos="13320595" algn="l"/>
                <a:tab pos="13779140" algn="l"/>
                <a:tab pos="14239109" algn="l"/>
                <a:tab pos="14697655" algn="l"/>
              </a:tabLst>
              <a:defRPr/>
            </a:pPr>
            <a:r>
              <a:rPr lang="ko-KR" altLang="en-US" sz="36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감사합니다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8160FA0-D72F-1A08-1419-B24AB8253CBF}"/>
              </a:ext>
            </a:extLst>
          </p:cNvPr>
          <p:cNvGrpSpPr/>
          <p:nvPr/>
        </p:nvGrpSpPr>
        <p:grpSpPr>
          <a:xfrm>
            <a:off x="3775710" y="3393755"/>
            <a:ext cx="4640580" cy="0"/>
            <a:chOff x="3400107" y="2916265"/>
            <a:chExt cx="4640580" cy="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1014479-70A5-48DC-CD48-039D443588EE}"/>
                </a:ext>
              </a:extLst>
            </p:cNvPr>
            <p:cNvCxnSpPr>
              <a:cxnSpLocks/>
            </p:cNvCxnSpPr>
            <p:nvPr/>
          </p:nvCxnSpPr>
          <p:spPr>
            <a:xfrm>
              <a:off x="5573712" y="2916265"/>
              <a:ext cx="2466975" cy="0"/>
            </a:xfrm>
            <a:prstGeom prst="line">
              <a:avLst/>
            </a:prstGeom>
            <a:ln w="31750">
              <a:solidFill>
                <a:srgbClr val="62B0E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A283CDA-4433-7C55-155C-E4DAE3656313}"/>
                </a:ext>
              </a:extLst>
            </p:cNvPr>
            <p:cNvCxnSpPr>
              <a:cxnSpLocks/>
            </p:cNvCxnSpPr>
            <p:nvPr/>
          </p:nvCxnSpPr>
          <p:spPr>
            <a:xfrm>
              <a:off x="3400107" y="2916265"/>
              <a:ext cx="2903220" cy="0"/>
            </a:xfrm>
            <a:prstGeom prst="line">
              <a:avLst/>
            </a:prstGeom>
            <a:ln w="31750">
              <a:solidFill>
                <a:srgbClr val="F6AB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그래픽 15">
            <a:extLst>
              <a:ext uri="{FF2B5EF4-FFF2-40B4-BE49-F238E27FC236}">
                <a16:creationId xmlns:a16="http://schemas.microsoft.com/office/drawing/2014/main" id="{FF8E44B8-B053-D31A-858C-349B42152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5875" y="5592308"/>
            <a:ext cx="2000250" cy="392074"/>
          </a:xfrm>
          <a:prstGeom prst="rect">
            <a:avLst/>
          </a:prstGeom>
        </p:spPr>
      </p:pic>
      <p:sp>
        <p:nvSpPr>
          <p:cNvPr id="17" name="부제목 2">
            <a:extLst>
              <a:ext uri="{FF2B5EF4-FFF2-40B4-BE49-F238E27FC236}">
                <a16:creationId xmlns:a16="http://schemas.microsoft.com/office/drawing/2014/main" id="{AC93FC1B-9606-DD0A-3005-00820412285B}"/>
              </a:ext>
            </a:extLst>
          </p:cNvPr>
          <p:cNvSpPr txBox="1">
            <a:spLocks/>
          </p:cNvSpPr>
          <p:nvPr/>
        </p:nvSpPr>
        <p:spPr>
          <a:xfrm>
            <a:off x="2924175" y="6279080"/>
            <a:ext cx="6343650" cy="1846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latinLnBrk="0">
              <a:lnSpc>
                <a:spcPct val="100000"/>
              </a:lnSpc>
              <a:spcBef>
                <a:spcPts val="0"/>
              </a:spcBef>
              <a:buClr>
                <a:srgbClr val="969696"/>
              </a:buClr>
              <a:buSzPct val="100000"/>
              <a:tabLst>
                <a:tab pos="458545" algn="l"/>
                <a:tab pos="917090" algn="l"/>
                <a:tab pos="1378484" algn="l"/>
                <a:tab pos="1837028" algn="l"/>
                <a:tab pos="2295574" algn="l"/>
                <a:tab pos="2755544" algn="l"/>
                <a:tab pos="3214089" algn="l"/>
                <a:tab pos="3674057" algn="l"/>
                <a:tab pos="4134027" algn="l"/>
                <a:tab pos="4592572" algn="l"/>
                <a:tab pos="5052541" algn="l"/>
                <a:tab pos="5971056" algn="l"/>
                <a:tab pos="6431025" algn="l"/>
                <a:tab pos="6889569" algn="l"/>
                <a:tab pos="7348115" algn="l"/>
                <a:tab pos="7808085" algn="l"/>
                <a:tab pos="8268053" algn="l"/>
                <a:tab pos="8726599" algn="l"/>
                <a:tab pos="9186569" algn="l"/>
                <a:tab pos="9645113" algn="l"/>
                <a:tab pos="10105082" algn="l"/>
                <a:tab pos="10565052" algn="l"/>
                <a:tab pos="11023597" algn="l"/>
                <a:tab pos="11483565" algn="l"/>
                <a:tab pos="11942111" algn="l"/>
                <a:tab pos="12400656" algn="l"/>
                <a:tab pos="12862049" algn="l"/>
                <a:tab pos="13320595" algn="l"/>
                <a:tab pos="13779140" algn="l"/>
                <a:tab pos="14239109" algn="l"/>
                <a:tab pos="14697655" algn="l"/>
              </a:tabLst>
              <a:defRPr/>
            </a:pPr>
            <a:r>
              <a:rPr lang="en-US" altLang="ko-KR" sz="12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www.kh.or.kr   |   </a:t>
            </a:r>
            <a:r>
              <a:rPr lang="ko-KR" altLang="en-US" sz="12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서울특별시 강남구 봉은사로 </a:t>
            </a:r>
            <a:r>
              <a:rPr lang="en-US" altLang="ko-KR" sz="1200" dirty="0">
                <a:ln>
                  <a:solidFill>
                    <a:srgbClr val="60B0E3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406   |   T. 02-566-6300</a:t>
            </a:r>
          </a:p>
        </p:txBody>
      </p:sp>
    </p:spTree>
    <p:extLst>
      <p:ext uri="{BB962C8B-B14F-4D97-AF65-F5344CB8AC3E}">
        <p14:creationId xmlns:p14="http://schemas.microsoft.com/office/powerpoint/2010/main" val="3184050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2593</TotalTime>
  <Words>40</Words>
  <Application>Microsoft Office PowerPoint</Application>
  <PresentationFormat>와이드스크린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Arial</vt:lpstr>
      <vt:lpstr>맑은 고딕</vt:lpstr>
      <vt:lpstr>Pretendard Medium</vt:lpstr>
      <vt:lpstr>굴림체</vt:lpstr>
      <vt:lpstr>Pretendard SemiBold</vt:lpstr>
      <vt:lpstr>Pretendard ExtraBold</vt:lpstr>
      <vt:lpstr>Pretendard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hongbo chf</dc:creator>
  <cp:lastModifiedBy>hongbo chf</cp:lastModifiedBy>
  <cp:revision>607</cp:revision>
  <dcterms:created xsi:type="dcterms:W3CDTF">2024-06-10T01:40:16Z</dcterms:created>
  <dcterms:modified xsi:type="dcterms:W3CDTF">2024-06-25T02:40:14Z</dcterms:modified>
</cp:coreProperties>
</file>